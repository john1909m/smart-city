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58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E4D92">
              <a:alpha val="30000"/>
            </a:srgbClr>
          </a:solidFill>
          <a:ln w="12700">
            <a:solidFill>
              <a:srgbClr val="0E4D9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IoT Ecosystem for Smart Home, Garage &amp; Healthcare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Term 2025–2026  |  Level 2 Computer  |  Seminar Course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2DC653">
              <a:alpha val="25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 Smart Home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200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F9F1C">
              <a:alpha val="25000"/>
            </a:srgbClr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🚗  Smart Garage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Smart Hospital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Prof. Assem Badr Al-deen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Members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Emil Ramzy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4240102   |   Section: TH-4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664208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27832" y="1664208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719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Mohamed Ahmed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4240624   |   Section: TH-6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1664208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35624" y="1664208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1719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Mohamed Abd Elhaseb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4240622   |   Section: TH-4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414016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Belal Ahmed Mahmoud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7614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4240223   |   Section: TH-4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414016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27832" y="2414016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64992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 ElNasser Galal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27614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4240233   |   Section: TH-6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35624" y="2414016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35624" y="2414016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72784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George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2784" y="27614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4240063   |   Section: TH-6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163824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3163824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218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Essam Zaki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4240399   |   Section: TH-4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3163824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27832" y="3163824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64992" y="3218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Adel Shaker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64992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4240260   |   Section: TH-5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35624" y="3163824"/>
            <a:ext cx="2743200" cy="658368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35624" y="3163824"/>
            <a:ext cx="4114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72784" y="3218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Adham Ahmed Sanad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72784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4250315   |   Section: TH-4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8229600" cy="301752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comprehensive Smart City framework integrating three core urban modules — Smart Home, Smart Garage, and Smart Hospital — powered by IoT technology.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leverages low-power ESP32 microcontrollers and a centralized web-based monitoring platform. Key technologies include: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RFID for secure garage access control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 proximity sensors for gate automation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DHT11 sensors for environmental monitoring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MAX30102 pulse oximeter for patient vitals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Boot backend with Angular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GOALS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3977640" cy="146304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397764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C653"/>
                </a:solidFill>
              </a:rPr>
              <a:t>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living environment with intelligent climate monitoring and touchless RFID access control.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3977640" cy="146304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3977640" cy="45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1C"/>
                </a:solidFill>
              </a:rPr>
              <a:t>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1755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Garage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128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RFID-based secure entry for authorized vehicles with IR proximity sensors and servo-controlled gates.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46120"/>
            <a:ext cx="3977640" cy="146304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246120"/>
            <a:ext cx="3977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3558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vital monitoring (heart rate &amp; temperature) with automated emergency access gates.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46120"/>
            <a:ext cx="3977640" cy="146304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3977640" cy="457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0E0EF"/>
                </a:solidFill>
              </a:rPr>
              <a:t>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57800" y="33558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auto-gate mechanisms across all modules, controlled by RFID, IR, and ultrasonic sensors.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IoT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2560320"/>
            <a:ext cx="36576" cy="73152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51960" y="25968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CC1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3566160"/>
            <a:ext cx="36576" cy="73152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5196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CC1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solidFill>
            <a:srgbClr val="0D2A4A"/>
          </a:solidFill>
          <a:ln w="254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286000" cy="868680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</a:rPr>
              <a:t>PERCEPTION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17373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Actuators: DHT11, MAX30102, RFID, Ultrasonic, Servo Motors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0D2A4A"/>
          </a:solidFill>
          <a:ln w="254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2286000" cy="868680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</a:rPr>
              <a:t>NETWORK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27432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(ESP32) and LoRaWAN for reliable data transmission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0D2A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2286000" cy="86868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</a:rPr>
              <a:t>APPLICATION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37490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+ Frontend Dashboard for real-time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MODULES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88920" cy="3246120"/>
          </a:xfrm>
          <a:prstGeom prst="rect">
            <a:avLst/>
          </a:prstGeom>
          <a:solidFill>
            <a:srgbClr val="0D2A4A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788920" cy="658368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Smart 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22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DHT11 temp &amp; humidity sensor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066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MQ-135 CO₂ sensor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Rain sensor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LED matrix display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5595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Servo-controlled auto gate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00200"/>
            <a:ext cx="2788920" cy="3246120"/>
          </a:xfrm>
          <a:prstGeom prst="rect">
            <a:avLst/>
          </a:prstGeom>
          <a:solidFill>
            <a:srgbClr val="0D2A4A"/>
          </a:solidFill>
          <a:ln w="1905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1600200"/>
            <a:ext cx="2788920" cy="658368"/>
          </a:xfrm>
          <a:prstGeom prst="rect">
            <a:avLst/>
          </a:prstGeom>
          <a:solidFill>
            <a:srgbClr val="FF9F1C">
              <a:alpha val="85000"/>
            </a:srgbClr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🚗  Smart Garage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322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MFRC522 RFID reader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7066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Ultrasonic distance sensor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090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Servo motor gate control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LCD status display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LED access indicators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42428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Access logging to backend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600200"/>
            <a:ext cx="2788920" cy="3246120"/>
          </a:xfrm>
          <a:prstGeom prst="rect">
            <a:avLst/>
          </a:prstGeom>
          <a:solidFill>
            <a:srgbClr val="0D2A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600200"/>
            <a:ext cx="2788920" cy="65836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16002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🏥  Smart Hospital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2322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MAX30102 pulse oximeter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7066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DHT11 room climate sensor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090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Real-time BPM monitoring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HD44780 LCD display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Automated emergency gate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42428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Alert system for anomalies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HARDWARE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45920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29968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ESP32 / Arduino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Central Microcontroller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Processing, actuator control &amp; Wi-Fi connectivity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2029968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414016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DHT11 / DHT22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Temp &amp; Humidity Sensor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Environmental monitoring (Home &amp; Hospital)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11480" y="2414016"/>
            <a:ext cx="36576" cy="38404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98064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MAX30102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Heartbeat &amp; SpO₂ Sensor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Real-time patient health monitoring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11480" y="279806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182112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MFRC522 RC522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RFID Reader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Secure vehicle &amp; access identification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Shape 6"/>
          <p:cNvSpPr/>
          <p:nvPr/>
        </p:nvSpPr>
        <p:spPr>
          <a:xfrm>
            <a:off x="411480" y="3182112"/>
            <a:ext cx="36576" cy="38404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66160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Servo Motor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Gate Actuator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Physical movement of automated gates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Shape 7"/>
          <p:cNvSpPr/>
          <p:nvPr/>
        </p:nvSpPr>
        <p:spPr>
          <a:xfrm>
            <a:off x="411480" y="3566160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0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399230"/>
              </p:ext>
            </p:extLst>
          </p:nvPr>
        </p:nvGraphicFramePr>
        <p:xfrm>
          <a:off x="411480" y="3950208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Ultrasonic Sensor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Proximity Sensor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Object detection for gate automation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Shape 8"/>
          <p:cNvSpPr/>
          <p:nvPr/>
        </p:nvSpPr>
        <p:spPr>
          <a:xfrm>
            <a:off x="411480" y="3950208"/>
            <a:ext cx="36576" cy="38404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334256"/>
          <a:ext cx="8321040" cy="3840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MQ-135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Gas / CO₂ Sensor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EACC1"/>
                          </a:solidFill>
                        </a:rPr>
                        <a:t>Air quality monitoring in Smart Home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Shape 9"/>
          <p:cNvSpPr/>
          <p:nvPr/>
        </p:nvSpPr>
        <p:spPr>
          <a:xfrm>
            <a:off x="411480" y="4334256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SOFTWARE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&amp;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DC653">
              <a:alpha val="80000"/>
            </a:srgbClr>
          </a:solidFill>
          <a:ln w="254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Sensors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9F1C">
              <a:alpha val="80000"/>
            </a:srgbClr>
          </a:solidFill>
          <a:ln w="254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Spring Boot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3774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0E4D92">
              <a:alpha val="80000"/>
            </a:srgbClr>
          </a:solidFill>
          <a:ln w="25400">
            <a:solidFill>
              <a:srgbClr val="0E4D9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2377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(Oracle)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37744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00B4D8">
              <a:alpha val="80000"/>
            </a:srgbClr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377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Angular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788920"/>
            <a:ext cx="457200" cy="36576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84832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788920"/>
            <a:ext cx="502920" cy="36576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25112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788920"/>
            <a:ext cx="502920" cy="36576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5392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CC1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4160520" cy="1508760"/>
          </a:xfrm>
          <a:prstGeom prst="rect">
            <a:avLst/>
          </a:prstGeom>
          <a:solidFill>
            <a:srgbClr val="0D2A4A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F1C"/>
                </a:solidFill>
              </a:rPr>
              <a:t>Backend (Spring Boot)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RESTful API endpoints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RFID validation logic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297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Sensor data processing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5171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Actuator command dispatch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Historical data logging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3474720"/>
            <a:ext cx="4160520" cy="150876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General system dashboard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Home: CO₂, humidity, rain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4297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Hospital: BPM &amp; vitals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45171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CC1"/>
                </a:solidFill>
              </a:rPr>
              <a:t>›  Garage: RFID logs &amp; gate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228600"/>
            <a:ext cx="2057400" cy="1280160"/>
          </a:xfrm>
          <a:prstGeom prst="rect">
            <a:avLst/>
          </a:prstGeom>
          <a:solidFill>
            <a:srgbClr val="0D2A4A"/>
          </a:solidFill>
          <a:ln w="190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0" y="228600"/>
            <a:ext cx="2057400" cy="292608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2286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5394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🔑 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0" y="786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0" y="1033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40880" y="1280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"/>
            <a:ext cx="2057400" cy="1527048"/>
          </a:xfrm>
          <a:prstGeom prst="rect">
            <a:avLst/>
          </a:prstGeom>
          <a:solidFill>
            <a:srgbClr val="0D2A4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233172"/>
            <a:ext cx="205740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80560" y="2331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5440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🔑 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7909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location_id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10378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name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12847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status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15316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ip_address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1773936"/>
            <a:ext cx="2057400" cy="1280160"/>
          </a:xfrm>
          <a:prstGeom prst="rect">
            <a:avLst/>
          </a:prstGeom>
          <a:solidFill>
            <a:srgbClr val="0D2A4A"/>
          </a:solidFill>
          <a:ln w="1905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773936"/>
            <a:ext cx="2057400" cy="29260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0" y="17739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2084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🔑 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0" y="23317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device_id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0" y="2578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type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28254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unit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1902714"/>
            <a:ext cx="2057400" cy="1280160"/>
          </a:xfrm>
          <a:prstGeom prst="rect">
            <a:avLst/>
          </a:prstGeom>
          <a:solidFill>
            <a:srgbClr val="0D2A4A"/>
          </a:solidFill>
          <a:ln w="1905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0" y="1902714"/>
            <a:ext cx="2057400" cy="292608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0560" y="190271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ACTUATOR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221361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🔑 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246049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device_id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270738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name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0" y="295427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type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3323844"/>
            <a:ext cx="2057400" cy="1280160"/>
          </a:xfrm>
          <a:prstGeom prst="rect">
            <a:avLst/>
          </a:prstGeom>
          <a:solidFill>
            <a:srgbClr val="0D2A4A"/>
          </a:solidFill>
          <a:ln w="19050">
            <a:solidFill>
              <a:srgbClr val="0E4D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49440" y="3323844"/>
            <a:ext cx="2057400" cy="292608"/>
          </a:xfrm>
          <a:prstGeom prst="rect">
            <a:avLst/>
          </a:prstGeom>
          <a:solidFill>
            <a:srgbClr val="0E4D92">
              <a:alpha val="80000"/>
            </a:srgbClr>
          </a:solidFill>
          <a:ln w="12700">
            <a:solidFill>
              <a:srgbClr val="0E4D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49440" y="33238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SENSOR_READING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36347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🔑 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0880" y="38816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sensor_id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40880" y="41285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value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40880" y="43754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timestamp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80560" y="3337560"/>
            <a:ext cx="2057400" cy="1527048"/>
          </a:xfrm>
          <a:prstGeom prst="rect">
            <a:avLst/>
          </a:prstGeom>
          <a:solidFill>
            <a:srgbClr val="0D2A4A"/>
          </a:solidFill>
          <a:ln w="1905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480560" y="3337560"/>
            <a:ext cx="2057400" cy="29260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80560" y="33375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RFID_LOG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3648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🔑 ID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0" y="3895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sensor_id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0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card_id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0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status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0" y="4636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timestamp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920240" y="1938528"/>
            <a:ext cx="2057400" cy="1280160"/>
          </a:xfrm>
          <a:prstGeom prst="rect">
            <a:avLst/>
          </a:prstGeom>
          <a:solidFill>
            <a:srgbClr val="0D2A4A"/>
          </a:solidFill>
          <a:ln w="1905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920240" y="1938528"/>
            <a:ext cx="2057400" cy="292608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920240" y="19385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ACTUATOR_STATE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011680" y="2249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🔑 ID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011680" y="2496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actuator_id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011680" y="2743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state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11680" y="2990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CC1"/>
                </a:solidFill>
              </a:rPr>
              <a:t>   timestamp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73352"/>
            <a:ext cx="548640" cy="548640"/>
          </a:xfrm>
          <a:prstGeom prst="ellipse">
            <a:avLst/>
          </a:prstGeom>
          <a:solidFill>
            <a:srgbClr val="0E4D9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221992"/>
            <a:ext cx="54864" cy="109728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645920"/>
            <a:ext cx="7589520" cy="594360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1682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Requirements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functional &amp; non-functional requirements for each Smart City module.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548640" cy="548640"/>
          </a:xfrm>
          <a:prstGeom prst="ellipse">
            <a:avLst/>
          </a:prstGeom>
          <a:solidFill>
            <a:srgbClr val="0E4D9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880360"/>
            <a:ext cx="54864" cy="109728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2304288"/>
            <a:ext cx="7589520" cy="594360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architectural blueprint, hardware selection, and communication protocols.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990088"/>
            <a:ext cx="548640" cy="548640"/>
          </a:xfrm>
          <a:prstGeom prst="ellipse">
            <a:avLst/>
          </a:prstGeom>
          <a:solidFill>
            <a:srgbClr val="0E4D9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3538728"/>
            <a:ext cx="54864" cy="109728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2962656"/>
            <a:ext cx="7589520" cy="594360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44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Development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2644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implementation and unit testing of Home, Garage &amp; Hospital modules.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648456"/>
            <a:ext cx="548640" cy="548640"/>
          </a:xfrm>
          <a:prstGeom prst="ellipse">
            <a:avLst/>
          </a:prstGeom>
          <a:solidFill>
            <a:srgbClr val="0E4D9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197096"/>
            <a:ext cx="54864" cy="109728"/>
          </a:xfrm>
          <a:prstGeom prst="rect">
            <a:avLst/>
          </a:prstGeom>
          <a:solidFill>
            <a:srgbClr val="8EACC1"/>
          </a:solidFill>
          <a:ln w="12700">
            <a:solidFill>
              <a:srgbClr val="8E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97280" y="3621024"/>
            <a:ext cx="7589520" cy="594360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344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922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modules and established communication with the centralized cloud platform.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306824"/>
            <a:ext cx="548640" cy="548640"/>
          </a:xfrm>
          <a:prstGeom prst="ellipse">
            <a:avLst/>
          </a:prstGeom>
          <a:solidFill>
            <a:srgbClr val="0E4D9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4279392"/>
            <a:ext cx="7589520" cy="594360"/>
          </a:xfrm>
          <a:prstGeom prst="rect">
            <a:avLst/>
          </a:prstGeom>
          <a:solidFill>
            <a:srgbClr val="0D2A4A"/>
          </a:solidFill>
          <a:ln w="12700">
            <a:solidFill>
              <a:srgbClr val="0E4D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3444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Testing &amp; 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34440" y="45811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system-wide testing to ensure all functionalities meet objectives.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4023360" cy="155448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40233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anomaly detection in patient vitals, and optimized resource allocation using ML.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45920"/>
            <a:ext cx="4023360" cy="155448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4023360" cy="45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1C"/>
                </a:solidFill>
              </a:rPr>
              <a:t>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755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Security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21284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data integrity for Smart Hospital — enhancing patient privacy and data trust.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337560"/>
            <a:ext cx="4023360" cy="155448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402336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C653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4472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Harvesting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90448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energy solutions for remote sensors, reducing reliance on traditional power sources.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337560"/>
            <a:ext cx="4023360" cy="155448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337560"/>
            <a:ext cx="4023360" cy="457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0E0EF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34472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Sensors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904488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monitoring with air quality, noise, and smart waste management sensors across the city.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E4D92">
              <a:alpha val="25000"/>
            </a:srgbClr>
          </a:solidFill>
          <a:ln w="12700">
            <a:solidFill>
              <a:srgbClr val="0E4D9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City: Integrated IoT Ecosystem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Home, Garage &amp; Healthcare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6400800" cy="182880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29443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Scalable, modular IoT architecture built on ESP32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45920" y="33558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RFID access control for home &amp; garage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45920" y="37673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patient monitoring with automated alerts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645920" y="417880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Spring Boot + Angular full-stack platform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CC1"/>
                </a:solidFill>
              </a:rPr>
              <a:t>A. Prof. Assem Badr Al-deen  |  Second Term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891</Words>
  <Application>Microsoft Office PowerPoint</Application>
  <PresentationFormat>On-screen Show (16:9)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City: Integrated IoT Ecosystem</dc:title>
  <dc:subject>PptxGenJS Presentation</dc:subject>
  <dc:creator>PptxGenJS</dc:creator>
  <cp:lastModifiedBy>John Emil</cp:lastModifiedBy>
  <cp:revision>2</cp:revision>
  <dcterms:created xsi:type="dcterms:W3CDTF">2026-04-25T12:03:33Z</dcterms:created>
  <dcterms:modified xsi:type="dcterms:W3CDTF">2026-04-25T20:42:43Z</dcterms:modified>
</cp:coreProperties>
</file>